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0">
          <p15:clr>
            <a:srgbClr val="A4A3A4"/>
          </p15:clr>
        </p15:guide>
        <p15:guide id="2" pos="189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" roundtripDataSignature="AMtx7mhKSTomuUkYzeJZ5LCxF8RNeJ1X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308" y="76"/>
      </p:cViewPr>
      <p:guideLst>
        <p:guide orient="horz" pos="210"/>
        <p:guide pos="18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customschemas.google.com/relationships/presentationmetadata" Target="meta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ableStyles" Target="tableStyles.xml"/><Relationship Id="rId10" Type="http://schemas.openxmlformats.org/officeDocument/2006/relationships/theme" Target="theme/theme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4" name="Google Shape;8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" name="Google Shape;11;p2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3852927" y="1356340"/>
            <a:ext cx="4486145" cy="414532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CREENSHOT_BOX"/>
          <p:cNvSpPr/>
          <p:nvPr/>
        </p:nvSpPr>
        <p:spPr>
          <a:xfrm>
            <a:off x="300026" y="333375"/>
            <a:ext cx="9880800" cy="63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physics wallah</dc:creator>
  <cp:lastModifiedBy>PW MSO 547</cp:lastModifiedBy>
  <cp:revision>2</cp:revision>
  <dcterms:created xsi:type="dcterms:W3CDTF">2021-03-30T07:44:01Z</dcterms:created>
  <dcterms:modified xsi:type="dcterms:W3CDTF">2026-03-03T11:13:32Z</dcterms:modified>
</cp:coreProperties>
</file>